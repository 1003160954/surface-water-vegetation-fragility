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Fig2. The grayscale South China Sea inset is geographical reference artwork extracted from the supplied PowerPoint. It is not a quantitative result layer. Move or resize the inset independently of the map background.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Fig3. The grayscale South China Sea inset is geographical reference artwork extracted from the supplied PowerPoint. It is not a quantitative result layer. Move or resize the inset independently of the map background.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Fig4. The grayscale South China Sea inset is geographical reference artwork extracted from the supplied PowerPoint. It is not a quantitative result layer. Move or resize the inset independently of the map background.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Fig_S1. The grayscale South China Sea inset is geographical reference artwork extracted from the supplied PowerPoint. It is not a quantitative result layer. Move or resize the inset independently of the map background.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Fig2 quantitative map background" descr="Fig2_without_inse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279" y="1201189"/>
            <a:ext cx="11521440" cy="4455621"/>
          </a:xfrm>
          <a:prstGeom prst="rect">
            <a:avLst/>
          </a:prstGeom>
        </p:spPr>
      </p:pic>
      <p:pic>
        <p:nvPicPr>
          <p:cNvPr id="3" name="Fig2 geographic inset 1" descr="south_china_sea_refer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0223" y="3474722"/>
            <a:ext cx="519560" cy="692529"/>
          </a:xfrm>
          <a:prstGeom prst="rect">
            <a:avLst/>
          </a:prstGeom>
        </p:spPr>
      </p:pic>
      <p:pic>
        <p:nvPicPr>
          <p:cNvPr id="4" name="Fig2 geographic inset 2" descr="south_china_sea_refer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4959" y="3474722"/>
            <a:ext cx="519560" cy="692529"/>
          </a:xfrm>
          <a:prstGeom prst="rect">
            <a:avLst/>
          </a:prstGeom>
        </p:spPr>
      </p:pic>
      <p:pic>
        <p:nvPicPr>
          <p:cNvPr id="5" name="Fig2 geographic inset 3" descr="south_china_sea_refer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3020" y="3301590"/>
            <a:ext cx="649450" cy="86566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Fig3 quantitative map background" descr="Fig3_without_inse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279" y="817129"/>
            <a:ext cx="11521440" cy="5223740"/>
          </a:xfrm>
          <a:prstGeom prst="rect">
            <a:avLst/>
          </a:prstGeom>
        </p:spPr>
      </p:pic>
      <p:pic>
        <p:nvPicPr>
          <p:cNvPr id="3" name="Fig3 geographic inset 1" descr="south_china_sea_refer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1418" y="4002785"/>
            <a:ext cx="1016881" cy="1356742"/>
          </a:xfrm>
          <a:prstGeom prst="rect">
            <a:avLst/>
          </a:prstGeom>
        </p:spPr>
      </p:pic>
      <p:pic>
        <p:nvPicPr>
          <p:cNvPr id="4" name="Fig3 geographic inset 2" descr="south_china_sea_refer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33141" y="4274134"/>
            <a:ext cx="813505" cy="108539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Fig4 quantitative map background" descr="Fig4_without_inse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1852" y="320040"/>
            <a:ext cx="8928295" cy="6217919"/>
          </a:xfrm>
          <a:prstGeom prst="rect">
            <a:avLst/>
          </a:prstGeom>
        </p:spPr>
      </p:pic>
      <p:pic>
        <p:nvPicPr>
          <p:cNvPr id="3" name="Fig4 geographic inset 1" descr="south_china_sea_refer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3019" y="2147664"/>
            <a:ext cx="565443" cy="75433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Fig_S1 quantitative map background" descr="Fig_S1_without_inse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279" y="881348"/>
            <a:ext cx="11521440" cy="5095303"/>
          </a:xfrm>
          <a:prstGeom prst="rect">
            <a:avLst/>
          </a:prstGeom>
        </p:spPr>
      </p:pic>
      <p:pic>
        <p:nvPicPr>
          <p:cNvPr id="3" name="Fig_S1 geographic inset 1" descr="south_china_sea_refer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4768" y="3576788"/>
            <a:ext cx="601216" cy="80156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