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Fig2. Each inset combines the southern crop from its own map panel with reference island outlines from the supplied PowerPoint. Move or resize the inset independently of the background.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Fig3. Each inset combines the southern crop from its own map panel with reference island outlines from the supplied PowerPoint. Move or resize the inset independently of the background.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Fig4. Each inset combines the southern crop from its own map panel with reference island outlines from the supplied PowerPoint. Move or resize the inset independently of the background.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Fig_S1. Each inset combines the southern crop from its own map panel with reference island outlines from the supplied PowerPoint. Move or resize the inset independently of the background.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ig2 quantitative map background" descr="Fig2_without_inse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79" y="1201189"/>
            <a:ext cx="11521440" cy="4455621"/>
          </a:xfrm>
          <a:prstGeom prst="rect">
            <a:avLst/>
          </a:prstGeom>
        </p:spPr>
      </p:pic>
      <p:pic>
        <p:nvPicPr>
          <p:cNvPr id="3" name="Fig2 geographic inset 1" descr="Fig2_panel_1_ins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3696" y="3473909"/>
            <a:ext cx="519935" cy="692787"/>
          </a:xfrm>
          <a:prstGeom prst="rect">
            <a:avLst/>
          </a:prstGeom>
        </p:spPr>
      </p:pic>
      <p:pic>
        <p:nvPicPr>
          <p:cNvPr id="4" name="Fig2 geographic inset 2" descr="Fig2_panel_2_ins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1221" y="3473909"/>
            <a:ext cx="519935" cy="692787"/>
          </a:xfrm>
          <a:prstGeom prst="rect">
            <a:avLst/>
          </a:prstGeom>
        </p:spPr>
      </p:pic>
      <p:pic>
        <p:nvPicPr>
          <p:cNvPr id="5" name="Fig2 geographic inset 3" descr="Fig2_panel_3_ins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42433" y="3300712"/>
            <a:ext cx="649919" cy="86598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ig3 quantitative map background" descr="Fig3_without_inse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79" y="817129"/>
            <a:ext cx="11521440" cy="5223740"/>
          </a:xfrm>
          <a:prstGeom prst="rect">
            <a:avLst/>
          </a:prstGeom>
        </p:spPr>
      </p:pic>
      <p:pic>
        <p:nvPicPr>
          <p:cNvPr id="3" name="Fig3 geographic inset 1" descr="Fig3_panel_1_ins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9135" y="4003257"/>
            <a:ext cx="1018777" cy="1357857"/>
          </a:xfrm>
          <a:prstGeom prst="rect">
            <a:avLst/>
          </a:prstGeom>
        </p:spPr>
      </p:pic>
      <p:pic>
        <p:nvPicPr>
          <p:cNvPr id="4" name="Fig3 geographic inset 2" descr="Fig3_panel_2_ins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40108" y="4274828"/>
            <a:ext cx="815021" cy="108628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ig4 quantitative map background" descr="Fig4_without_inse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1852" y="320040"/>
            <a:ext cx="8928295" cy="6217919"/>
          </a:xfrm>
          <a:prstGeom prst="rect">
            <a:avLst/>
          </a:prstGeom>
        </p:spPr>
      </p:pic>
      <p:pic>
        <p:nvPicPr>
          <p:cNvPr id="3" name="Fig4 geographic inset 1" descr="Fig4_panel_1_ins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4543" y="2146918"/>
            <a:ext cx="566246" cy="7547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ig_S1 quantitative map background" descr="Fig_S1_without_inse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79" y="881348"/>
            <a:ext cx="11521440" cy="5095303"/>
          </a:xfrm>
          <a:prstGeom prst="rect">
            <a:avLst/>
          </a:prstGeom>
        </p:spPr>
      </p:pic>
      <p:pic>
        <p:nvPicPr>
          <p:cNvPr id="3" name="Fig_S1 geographic inset 1" descr="Fig_S1_panel_1_ins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2612" y="3580610"/>
            <a:ext cx="608377" cy="81110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